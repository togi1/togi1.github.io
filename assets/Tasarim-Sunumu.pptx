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asarım" id="{931c6b9b-a6eb-b62c-4ac5-e2cb4e36664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A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554480"/>
            <a:ext cx="44805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108960"/>
            <a:ext cx="4480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FT_YATA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4315968"/>
            <a:ext cx="75895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FT_DIKE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0" y="1143000"/>
            <a:ext cx="246888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5544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Fotoğraf manipülasyonu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108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Yedi çalışma: orijinal kare ve işlenmiş hâli.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Tolgahan Ay</a:t>
            </a:r>
            <a:endParaRPr lang="en-US" sz="1800" dirty="0"/>
          </a:p>
        </p:txBody>
      </p:sp>
      <p:pic>
        <p:nvPicPr>
          <p:cNvPr id="4" name="Kapak görseli" descr="Kırmızı gökyüzü altında işlenmiş kilise cephes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6146" y="0"/>
            <a:ext cx="385785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Perde yüzeyine manzara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43159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Koyu renkli perde yüzeylerine gökyüzü ve çim tepe ile yıldızlı bir gece manzarası yerleştirildi; zemin ve gökyüzü daha açık tonlara çekildi.</a:t>
            </a:r>
            <a:endParaRPr lang="en-US" sz="1400" dirty="0"/>
          </a:p>
        </p:txBody>
      </p:sp>
      <p:pic>
        <p:nvPicPr>
          <p:cNvPr id="4" name="Orijinal görsel 1" descr="Orijinal: Perde yüzeyine manza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840480" cy="2880360"/>
          </a:xfrm>
          <a:prstGeom prst="rect">
            <a:avLst/>
          </a:prstGeom>
        </p:spPr>
      </p:pic>
      <p:sp>
        <p:nvSpPr>
          <p:cNvPr id="5" name="Orijinal etiketi 1"/>
          <p:cNvSpPr txBox="1"/>
          <p:nvPr/>
        </p:nvSpPr>
        <p:spPr>
          <a:xfrm>
            <a:off x="457200" y="4050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Orijinal</a:t>
            </a:r>
            <a:endParaRPr lang="en-US" sz="1200" dirty="0"/>
          </a:p>
        </p:txBody>
      </p:sp>
      <p:pic>
        <p:nvPicPr>
          <p:cNvPr id="6" name="İşlenmiş görsel 1" descr="İşlenmiş: Perde yüzeyine manza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097280"/>
            <a:ext cx="3840480" cy="2880360"/>
          </a:xfrm>
          <a:prstGeom prst="rect">
            <a:avLst/>
          </a:prstGeom>
        </p:spPr>
      </p:pic>
      <p:sp>
        <p:nvSpPr>
          <p:cNvPr id="7" name="İşlenmiş etiketi 1"/>
          <p:cNvSpPr txBox="1"/>
          <p:nvPr/>
        </p:nvSpPr>
        <p:spPr>
          <a:xfrm>
            <a:off x="4526280" y="4050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İşlenmiş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Işıklı koridor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0" y="114300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Yeşil ışık şeritli koridor siyah beyaza çevrildi. Uçtaki ekranın yerine pencere önünde oturan iki silüet geldi; zemindeki yazı “YOU HAVE BEEN HERE BEFORE” oldu.</a:t>
            </a:r>
            <a:endParaRPr lang="en-US" sz="1400" dirty="0"/>
          </a:p>
        </p:txBody>
      </p:sp>
      <p:pic>
        <p:nvPicPr>
          <p:cNvPr id="4" name="Orijinal görsel 2" descr="Orijinal: Işıklı kori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571750" cy="3429000"/>
          </a:xfrm>
          <a:prstGeom prst="rect">
            <a:avLst/>
          </a:prstGeom>
        </p:spPr>
      </p:pic>
      <p:sp>
        <p:nvSpPr>
          <p:cNvPr id="5" name="Orijinal etiketi 2"/>
          <p:cNvSpPr txBox="1"/>
          <p:nvPr/>
        </p:nvSpPr>
        <p:spPr>
          <a:xfrm>
            <a:off x="457200" y="4599432"/>
            <a:ext cx="25717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Orijinal</a:t>
            </a:r>
            <a:endParaRPr lang="en-US" sz="1200" dirty="0"/>
          </a:p>
        </p:txBody>
      </p:sp>
      <p:pic>
        <p:nvPicPr>
          <p:cNvPr id="6" name="İşlenmiş görsel 2" descr="İşlenmiş: Işıklı kori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1097280"/>
            <a:ext cx="2571750" cy="3429000"/>
          </a:xfrm>
          <a:prstGeom prst="rect">
            <a:avLst/>
          </a:prstGeom>
        </p:spPr>
      </p:pic>
      <p:sp>
        <p:nvSpPr>
          <p:cNvPr id="7" name="İşlenmiş etiketi 2"/>
          <p:cNvSpPr txBox="1"/>
          <p:nvPr/>
        </p:nvSpPr>
        <p:spPr>
          <a:xfrm>
            <a:off x="3257550" y="4599432"/>
            <a:ext cx="25717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İşlenmiş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Karlı kule, gece versiyonu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0" y="114300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Gündüz mavi gökyüzü yerine gece, kutup ışıkları ve yağan kar eklendi; renk mavi-mor tona kaydırıldı.</a:t>
            </a:r>
            <a:endParaRPr lang="en-US" sz="1400" dirty="0"/>
          </a:p>
        </p:txBody>
      </p:sp>
      <p:pic>
        <p:nvPicPr>
          <p:cNvPr id="4" name="Orijinal görsel 3" descr="Orijinal: Karlı kule, gece versiyo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65768"/>
            <a:ext cx="2651760" cy="3292024"/>
          </a:xfrm>
          <a:prstGeom prst="rect">
            <a:avLst/>
          </a:prstGeom>
        </p:spPr>
      </p:pic>
      <p:sp>
        <p:nvSpPr>
          <p:cNvPr id="5" name="Orijinal etiketi 3"/>
          <p:cNvSpPr txBox="1"/>
          <p:nvPr/>
        </p:nvSpPr>
        <p:spPr>
          <a:xfrm>
            <a:off x="457200" y="45994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Orijinal</a:t>
            </a:r>
            <a:endParaRPr lang="en-US" sz="1200" dirty="0"/>
          </a:p>
        </p:txBody>
      </p:sp>
      <p:pic>
        <p:nvPicPr>
          <p:cNvPr id="6" name="İşlenmiş görsel 3" descr="İşlenmiş: Karlı kule, gece versiyon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65768"/>
            <a:ext cx="2651760" cy="3292024"/>
          </a:xfrm>
          <a:prstGeom prst="rect">
            <a:avLst/>
          </a:prstGeom>
        </p:spPr>
      </p:pic>
      <p:sp>
        <p:nvSpPr>
          <p:cNvPr id="7" name="İşlenmiş etiketi 3"/>
          <p:cNvSpPr txBox="1"/>
          <p:nvPr/>
        </p:nvSpPr>
        <p:spPr>
          <a:xfrm>
            <a:off x="3337560" y="45994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İşlenmiş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Kadran pusulaya dönüşüyor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0" y="114300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Romen rakamlı kadran, yön harfleri (K, D, G, B) ve derece işaretleri olan siyah bir pusula kadranıyla değiştirildi.</a:t>
            </a:r>
            <a:endParaRPr lang="en-US" sz="1400" dirty="0"/>
          </a:p>
        </p:txBody>
      </p:sp>
      <p:pic>
        <p:nvPicPr>
          <p:cNvPr id="4" name="Orijinal görsel 4" descr="Orijinal: Kadran pusulaya dönüşüy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961086" cy="3429000"/>
          </a:xfrm>
          <a:prstGeom prst="rect">
            <a:avLst/>
          </a:prstGeom>
        </p:spPr>
      </p:pic>
      <p:sp>
        <p:nvSpPr>
          <p:cNvPr id="5" name="Orijinal etiketi 4"/>
          <p:cNvSpPr txBox="1"/>
          <p:nvPr/>
        </p:nvSpPr>
        <p:spPr>
          <a:xfrm>
            <a:off x="457200" y="4599432"/>
            <a:ext cx="19610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Orijinal</a:t>
            </a:r>
            <a:endParaRPr lang="en-US" sz="1200" dirty="0"/>
          </a:p>
        </p:txBody>
      </p:sp>
      <p:pic>
        <p:nvPicPr>
          <p:cNvPr id="6" name="İşlenmiş görsel 4" descr="İşlenmiş: Kadran pusulaya dönüşüy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886" y="1097280"/>
            <a:ext cx="1961086" cy="3429000"/>
          </a:xfrm>
          <a:prstGeom prst="rect">
            <a:avLst/>
          </a:prstGeom>
        </p:spPr>
      </p:pic>
      <p:sp>
        <p:nvSpPr>
          <p:cNvPr id="7" name="İşlenmiş etiketi 4"/>
          <p:cNvSpPr txBox="1"/>
          <p:nvPr/>
        </p:nvSpPr>
        <p:spPr>
          <a:xfrm>
            <a:off x="2646886" y="4599432"/>
            <a:ext cx="19610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İşlenmiş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Kilise cephesi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0" y="114300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Mavi gökyüzü koyu kırmızı bulutlarla değişti. Taş cephe karartıldı, vitray neredeyse siyaha gömüldü, saat rakamları kırmızıya boyandı.</a:t>
            </a:r>
            <a:endParaRPr lang="en-US" sz="1400" dirty="0"/>
          </a:p>
        </p:txBody>
      </p:sp>
      <p:pic>
        <p:nvPicPr>
          <p:cNvPr id="4" name="Orijinal görsel 5" descr="Orijinal: Kilise cephes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571750" cy="3429000"/>
          </a:xfrm>
          <a:prstGeom prst="rect">
            <a:avLst/>
          </a:prstGeom>
        </p:spPr>
      </p:pic>
      <p:sp>
        <p:nvSpPr>
          <p:cNvPr id="5" name="Orijinal etiketi 5"/>
          <p:cNvSpPr txBox="1"/>
          <p:nvPr/>
        </p:nvSpPr>
        <p:spPr>
          <a:xfrm>
            <a:off x="457200" y="4599432"/>
            <a:ext cx="25717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Orijinal</a:t>
            </a:r>
            <a:endParaRPr lang="en-US" sz="1200" dirty="0"/>
          </a:p>
        </p:txBody>
      </p:sp>
      <p:pic>
        <p:nvPicPr>
          <p:cNvPr id="6" name="İşlenmiş görsel 5" descr="İşlenmiş: Kilise cephe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1097280"/>
            <a:ext cx="2571750" cy="3429000"/>
          </a:xfrm>
          <a:prstGeom prst="rect">
            <a:avLst/>
          </a:prstGeom>
        </p:spPr>
      </p:pic>
      <p:sp>
        <p:nvSpPr>
          <p:cNvPr id="7" name="İşlenmiş etiketi 5"/>
          <p:cNvSpPr txBox="1"/>
          <p:nvPr/>
        </p:nvSpPr>
        <p:spPr>
          <a:xfrm>
            <a:off x="3257550" y="4599432"/>
            <a:ext cx="25717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İşlenmiş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Sisli oyun parkı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43159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Sisli gece parkı kırmızı bir tona boyandı; zemine yoğun, alçak bir duman katmanı eklendi.</a:t>
            </a:r>
            <a:endParaRPr lang="en-US" sz="1400" dirty="0"/>
          </a:p>
        </p:txBody>
      </p:sp>
      <p:pic>
        <p:nvPicPr>
          <p:cNvPr id="4" name="Orijinal görsel 6" descr="Orijinal: Sisli oyun park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96340"/>
            <a:ext cx="4023360" cy="2682240"/>
          </a:xfrm>
          <a:prstGeom prst="rect">
            <a:avLst/>
          </a:prstGeom>
        </p:spPr>
      </p:pic>
      <p:sp>
        <p:nvSpPr>
          <p:cNvPr id="5" name="Orijinal etiketi 6"/>
          <p:cNvSpPr txBox="1"/>
          <p:nvPr/>
        </p:nvSpPr>
        <p:spPr>
          <a:xfrm>
            <a:off x="457200" y="40507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Orijinal</a:t>
            </a:r>
            <a:endParaRPr lang="en-US" sz="1200" dirty="0"/>
          </a:p>
        </p:txBody>
      </p:sp>
      <p:pic>
        <p:nvPicPr>
          <p:cNvPr id="6" name="İşlenmiş görsel 6" descr="İşlenmiş: Sisli oyun park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96340"/>
            <a:ext cx="4023360" cy="2682240"/>
          </a:xfrm>
          <a:prstGeom prst="rect">
            <a:avLst/>
          </a:prstGeom>
        </p:spPr>
      </p:pic>
      <p:sp>
        <p:nvSpPr>
          <p:cNvPr id="7" name="İşlenmiş etiketi 6"/>
          <p:cNvSpPr txBox="1"/>
          <p:nvPr/>
        </p:nvSpPr>
        <p:spPr>
          <a:xfrm>
            <a:off x="4709160" y="40507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İşlenmiş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Kamp ateşi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0" y="114300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Siyah beyaz kamp ateşi kırmızıya boyandı; ateşe kıvılcımlar, sol üste kırmızı bir ay eklendi.</a:t>
            </a:r>
            <a:endParaRPr lang="en-US" sz="1400" dirty="0"/>
          </a:p>
        </p:txBody>
      </p:sp>
      <p:pic>
        <p:nvPicPr>
          <p:cNvPr id="4" name="Orijinal görsel 7" descr="Orijinal: Kamp ateş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959429" cy="3429000"/>
          </a:xfrm>
          <a:prstGeom prst="rect">
            <a:avLst/>
          </a:prstGeom>
        </p:spPr>
      </p:pic>
      <p:sp>
        <p:nvSpPr>
          <p:cNvPr id="5" name="Orijinal etiketi 7"/>
          <p:cNvSpPr txBox="1"/>
          <p:nvPr/>
        </p:nvSpPr>
        <p:spPr>
          <a:xfrm>
            <a:off x="457200" y="4599432"/>
            <a:ext cx="19594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Orijinal</a:t>
            </a:r>
            <a:endParaRPr lang="en-US" sz="1200" dirty="0"/>
          </a:p>
        </p:txBody>
      </p:sp>
      <p:pic>
        <p:nvPicPr>
          <p:cNvPr id="6" name="İşlenmiş görsel 7" descr="İşlenmiş: Kamp ateş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229" y="1097280"/>
            <a:ext cx="1959429" cy="3429000"/>
          </a:xfrm>
          <a:prstGeom prst="rect">
            <a:avLst/>
          </a:prstGeom>
        </p:spPr>
      </p:pic>
      <p:sp>
        <p:nvSpPr>
          <p:cNvPr id="7" name="İşlenmiş etiketi 7"/>
          <p:cNvSpPr txBox="1"/>
          <p:nvPr/>
        </p:nvSpPr>
        <p:spPr>
          <a:xfrm>
            <a:off x="2645229" y="4599432"/>
            <a:ext cx="19594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İşlenmiş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bsidian Edit">
  <a:themeElements>
    <a:clrScheme name="Obsidian Edit">
      <a:dk1>
        <a:srgbClr val="DDE3EC"/>
      </a:dk1>
      <a:lt1>
        <a:srgbClr val="07080B"/>
      </a:lt1>
      <a:dk2>
        <a:srgbClr val="8A93A3"/>
      </a:dk2>
      <a:lt2>
        <a:srgbClr val="141720"/>
      </a:lt2>
      <a:accent1>
        <a:srgbClr val="FF3B6B"/>
      </a:accent1>
      <a:accent2>
        <a:srgbClr val="4FD8FF"/>
      </a:accent2>
      <a:accent3>
        <a:srgbClr val="B9A6FF"/>
      </a:accent3>
      <a:accent4>
        <a:srgbClr val="7FE3B0"/>
      </a:accent4>
      <a:accent5>
        <a:srgbClr val="FFD479"/>
      </a:accent5>
      <a:accent6>
        <a:srgbClr val="1E222D"/>
      </a:accent6>
      <a:hlink>
        <a:srgbClr val="4FD8FF"/>
      </a:hlink>
      <a:folHlink>
        <a:srgbClr val="B9A6FF"/>
      </a:folHlink>
    </a:clrScheme>
    <a:fontScheme name="Obsidian Edi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Fotoğraf manipülasyonu — orijinal ve işlenmiş kareler</dc:title>
  <dc:subject>PptxGenJS Presentation</dc:subject>
  <dc:creator>Tolgahan Ay</dc:creator>
  <cp:lastModifiedBy>Tolgahan Ay</cp:lastModifiedBy>
  <cp:revision>1</cp:revision>
  <dcterms:created xsi:type="dcterms:W3CDTF">2026-10-20T08:05:35Z</dcterms:created>
  <dcterms:modified xsi:type="dcterms:W3CDTF">2026-10-20T08:05:35Z</dcterms:modified>
</cp:coreProperties>
</file>